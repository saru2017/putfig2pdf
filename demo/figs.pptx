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5" d="100"/>
          <a:sy n="95" d="100"/>
        </p:scale>
        <p:origin x="106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9E0FA3-9C82-FB22-B282-6E6F0268B3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AD335FD-36BE-3DBB-3908-6EDF7660CA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FDE535C-C2F5-5FB7-32AC-800653E56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062BB-639D-4C0F-B7D4-EA23B41B644A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FC446D-B210-B404-2CFA-AB4141712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62FFAA3-D439-5634-9F3A-8CD98610E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57CD2-56D8-4D80-B4A8-512005F1C4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8351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9DEDFF-1CA5-80ED-5801-1296770E9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A42663D-90A5-5AE9-6E9D-B7463FCA3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29CA87-E09D-1A8F-4DE2-304932C4C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062BB-639D-4C0F-B7D4-EA23B41B644A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640A2E-38BD-2536-A9D7-9122E2C1B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0EDF7C-0A35-3882-3158-56D902BFA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57CD2-56D8-4D80-B4A8-512005F1C4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4891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17139E-C535-1806-8C72-34FF07B4E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5098C8-F43F-4B4A-21E9-62ABFAF63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1762272-FE9D-23EA-56CC-B834ADDA9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062BB-639D-4C0F-B7D4-EA23B41B644A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D56C46-7E9E-C51D-DD96-0F82B7512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8C863A-C3E7-F00F-2425-EC4328470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57CD2-56D8-4D80-B4A8-512005F1C4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4498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7EA0DF-0E9E-D97C-D773-A8EFE70FE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4424BE7-DB35-C6E2-C785-4269BEEC97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06CDFCD-3164-F37C-B27C-CCDCFC402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DFBCC74-43F6-6B72-8E05-D01C9556F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062BB-639D-4C0F-B7D4-EA23B41B644A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E38B2E7-1F11-B892-CFD7-1F369A2E9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0593AFB-7556-1066-1C45-BCB240D65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57CD2-56D8-4D80-B4A8-512005F1C4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0286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19B48B-278E-520B-5901-F07CABB41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B92C665-D0C7-BB87-E14F-F01A883C3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897A98F-1F98-B691-7AAE-F3BF42CB3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0A636E5-707B-CD20-463B-FD4C804A7A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FE7EEBC-8220-BA5B-57C3-E1E27917EE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1477E94-E689-A8E5-2B99-858E3E946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062BB-639D-4C0F-B7D4-EA23B41B644A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8285D7D-072F-12F8-A2AA-610518DC5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D2A25A2-D1C7-7A47-7C1A-0EA2B3C69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57CD2-56D8-4D80-B4A8-512005F1C4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3183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3387BB-B984-FA2B-7EA0-4F2687181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5863AD1-40A9-4CC5-7ADA-0CE8C15F7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062BB-639D-4C0F-B7D4-EA23B41B644A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4432457-E8A8-5495-D616-397FAB75B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6B2C5AF-47E4-5F43-9530-FD058A369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57CD2-56D8-4D80-B4A8-512005F1C4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6092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23748D5-22FB-8D78-8A77-858CE19B9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062BB-639D-4C0F-B7D4-EA23B41B644A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6F58412-435E-5AC2-83F9-2ABEF5AFC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01282CB-F1DA-D855-2FB4-566A38190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57CD2-56D8-4D80-B4A8-512005F1C4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3557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18D878-BA4E-2C26-36B8-5D6AC95B2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070B7D-E037-9041-364E-4D3A85AAF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91D1BFA-759A-317B-AA47-20BC64C876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E8F83D5-E7F0-1496-4F3E-56B4EE073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062BB-639D-4C0F-B7D4-EA23B41B644A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3F7272E-74AC-4DDB-C10F-33C913F1B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DDB0AF7-7230-BC32-6986-C02C40949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57CD2-56D8-4D80-B4A8-512005F1C4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9149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4FC640-803F-8749-38BF-798C1AF57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FF88BD6-9A86-16D8-B91F-3F921A4847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145AA59-F6BD-C5C2-F33B-83E97C389A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0B43CA9-63F2-0F25-0098-C048A9D5F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062BB-639D-4C0F-B7D4-EA23B41B644A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53832DE-0D3A-783E-6192-17FFB1013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395EFA9-1DBA-F15D-E657-9EC874986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57CD2-56D8-4D80-B4A8-512005F1C4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9524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C71A26-B798-DE22-FFF8-165958BAD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B62739F-F7A0-E1C7-3EC7-6E3A9227D0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D73C1B-37F8-A915-365A-3439E4553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062BB-639D-4C0F-B7D4-EA23B41B644A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4683AA-9046-A1B3-812A-7C24B3CD8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36A932-A8C5-D742-F77F-C26D3E943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57CD2-56D8-4D80-B4A8-512005F1C4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8597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0517D4A-8C69-4E00-AAFE-342FBC399D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10058BB-3D26-C706-619F-A85D42EA14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69AA42-2E2F-1B7C-C2F6-94BBDDFE8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062BB-639D-4C0F-B7D4-EA23B41B644A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A540C55-00B7-D197-A476-6D7B624D4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6254FBB-D588-C992-845B-378C0F342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57CD2-56D8-4D80-B4A8-512005F1C4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5115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C0F62D4-48B4-CA75-B4C6-26A4C5F79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FF45A4C-1F1C-7FD2-3E6C-668B7AC05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4C07FA-D2AB-FFC2-93BF-0B1E60ACA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A062BB-639D-4C0F-B7D4-EA23B41B644A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459375-4BAE-68AE-5994-7EEF74F159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71B4E0-3A3E-BA5B-F826-CA71046063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F57CD2-56D8-4D80-B4A8-512005F1C4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6664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8B025E72-2933-E00B-F74B-044813A7B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731" y="1018838"/>
            <a:ext cx="7430537" cy="4820323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A4C439B-670A-AC90-591F-3DEBEB097A75}"/>
              </a:ext>
            </a:extLst>
          </p:cNvPr>
          <p:cNvSpPr txBox="1"/>
          <p:nvPr/>
        </p:nvSpPr>
        <p:spPr>
          <a:xfrm>
            <a:off x="2855493" y="1283368"/>
            <a:ext cx="64810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solidFill>
                  <a:schemeClr val="bg1"/>
                </a:solidFill>
              </a:rPr>
              <a:t>When text is overlaid on a raster image like this, converting the document to PDF in Word causes the text itself to be converted into a raster image as well.</a:t>
            </a:r>
            <a:endParaRPr kumimoji="1" lang="ja-JP" altLang="en-US" sz="2400" b="1" dirty="0">
              <a:solidFill>
                <a:schemeClr val="bg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23CB7C06-2F4E-B500-46F1-2F63074D00BE}"/>
              </a:ext>
            </a:extLst>
          </p:cNvPr>
          <p:cNvSpPr/>
          <p:nvPr/>
        </p:nvSpPr>
        <p:spPr>
          <a:xfrm>
            <a:off x="2855493" y="3266094"/>
            <a:ext cx="2160000" cy="2160000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二等辺三角形 7">
            <a:extLst>
              <a:ext uri="{FF2B5EF4-FFF2-40B4-BE49-F238E27FC236}">
                <a16:creationId xmlns:a16="http://schemas.microsoft.com/office/drawing/2014/main" id="{13906568-2C80-DF5E-E9A1-B9E29DB6A649}"/>
              </a:ext>
            </a:extLst>
          </p:cNvPr>
          <p:cNvSpPr/>
          <p:nvPr/>
        </p:nvSpPr>
        <p:spPr>
          <a:xfrm>
            <a:off x="6205961" y="3266094"/>
            <a:ext cx="1941095" cy="1840833"/>
          </a:xfrm>
          <a:prstGeom prst="triangle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8300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03EE042B-856C-B909-C24A-A13799973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59" y="0"/>
            <a:ext cx="7674881" cy="685800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CAE71F8-1DAD-040C-5E23-69E7C1055FAA}"/>
              </a:ext>
            </a:extLst>
          </p:cNvPr>
          <p:cNvSpPr txBox="1"/>
          <p:nvPr/>
        </p:nvSpPr>
        <p:spPr>
          <a:xfrm>
            <a:off x="5847347" y="1259305"/>
            <a:ext cx="385010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solidFill>
                  <a:schemeClr val="bg1"/>
                </a:solidFill>
              </a:rPr>
              <a:t>こんな感じでラスタ画像の上に文字を重ねていた場合、</a:t>
            </a:r>
            <a:r>
              <a:rPr lang="en-US" altLang="ja-JP" sz="2800" b="1" dirty="0">
                <a:solidFill>
                  <a:schemeClr val="bg1"/>
                </a:solidFill>
              </a:rPr>
              <a:t>Word</a:t>
            </a:r>
            <a:r>
              <a:rPr lang="ja-JP" altLang="en-US" sz="2800" b="1" dirty="0">
                <a:solidFill>
                  <a:schemeClr val="bg1"/>
                </a:solidFill>
              </a:rPr>
              <a:t>で</a:t>
            </a:r>
            <a:r>
              <a:rPr lang="en-US" altLang="ja-JP" sz="2800" b="1" dirty="0">
                <a:solidFill>
                  <a:schemeClr val="bg1"/>
                </a:solidFill>
              </a:rPr>
              <a:t>pdf</a:t>
            </a:r>
            <a:r>
              <a:rPr lang="ja-JP" altLang="en-US" sz="2800" b="1" dirty="0">
                <a:solidFill>
                  <a:schemeClr val="bg1"/>
                </a:solidFill>
              </a:rPr>
              <a:t>に変換すると文字ごとラスタ画像に変換されてしまいます。</a:t>
            </a:r>
            <a:endParaRPr kumimoji="1" lang="ja-JP" altLang="en-US" sz="2800" b="1" dirty="0">
              <a:solidFill>
                <a:schemeClr val="bg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A2283BD8-AFEF-14CF-36A8-8F7CB95EFA60}"/>
              </a:ext>
            </a:extLst>
          </p:cNvPr>
          <p:cNvSpPr/>
          <p:nvPr/>
        </p:nvSpPr>
        <p:spPr>
          <a:xfrm>
            <a:off x="5342021" y="4317480"/>
            <a:ext cx="2160000" cy="2160000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二等辺三角形 8">
            <a:extLst>
              <a:ext uri="{FF2B5EF4-FFF2-40B4-BE49-F238E27FC236}">
                <a16:creationId xmlns:a16="http://schemas.microsoft.com/office/drawing/2014/main" id="{9B7B4D4A-9036-B379-C9AE-039724248373}"/>
              </a:ext>
            </a:extLst>
          </p:cNvPr>
          <p:cNvSpPr/>
          <p:nvPr/>
        </p:nvSpPr>
        <p:spPr>
          <a:xfrm>
            <a:off x="2692740" y="1886473"/>
            <a:ext cx="1941095" cy="1840833"/>
          </a:xfrm>
          <a:prstGeom prst="triangle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0942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07E9E872-533D-9653-7D82-378253A10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54" y="0"/>
            <a:ext cx="10835291" cy="685800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1CA8D8E-71A1-EEBA-725E-C17DE5F93576}"/>
              </a:ext>
            </a:extLst>
          </p:cNvPr>
          <p:cNvSpPr txBox="1"/>
          <p:nvPr/>
        </p:nvSpPr>
        <p:spPr>
          <a:xfrm>
            <a:off x="3898230" y="2342147"/>
            <a:ext cx="64810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solidFill>
                  <a:schemeClr val="bg1"/>
                </a:solidFill>
              </a:rPr>
              <a:t>When text is overlaid on a raster image like this, converting the document to PDF in Word causes the text itself to be converted into a raster image as well.</a:t>
            </a:r>
            <a:endParaRPr kumimoji="1" lang="ja-JP" altLang="en-US" sz="2400" b="1" dirty="0">
              <a:solidFill>
                <a:schemeClr val="bg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9D0234D3-7BC4-E9E2-83B4-A4D118C2063C}"/>
              </a:ext>
            </a:extLst>
          </p:cNvPr>
          <p:cNvSpPr/>
          <p:nvPr/>
        </p:nvSpPr>
        <p:spPr>
          <a:xfrm>
            <a:off x="1130968" y="3713747"/>
            <a:ext cx="2160000" cy="2160000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二等辺三角形 9">
            <a:extLst>
              <a:ext uri="{FF2B5EF4-FFF2-40B4-BE49-F238E27FC236}">
                <a16:creationId xmlns:a16="http://schemas.microsoft.com/office/drawing/2014/main" id="{0F214CAF-42C2-52A1-E4FA-40F949DBF183}"/>
              </a:ext>
            </a:extLst>
          </p:cNvPr>
          <p:cNvSpPr/>
          <p:nvPr/>
        </p:nvSpPr>
        <p:spPr>
          <a:xfrm>
            <a:off x="6695245" y="4172473"/>
            <a:ext cx="1941095" cy="1840833"/>
          </a:xfrm>
          <a:prstGeom prst="triangle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2736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94</Words>
  <Application>Microsoft Office PowerPoint</Application>
  <PresentationFormat>ワイド画面</PresentationFormat>
  <Paragraphs>3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猿渡　俊介</dc:creator>
  <cp:lastModifiedBy>猿渡　俊介</cp:lastModifiedBy>
  <cp:revision>12</cp:revision>
  <dcterms:created xsi:type="dcterms:W3CDTF">2026-05-19T03:23:18Z</dcterms:created>
  <dcterms:modified xsi:type="dcterms:W3CDTF">2026-05-19T03:51:24Z</dcterms:modified>
</cp:coreProperties>
</file>